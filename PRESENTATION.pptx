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50800"/>
          </a:xfrm>
          <a:prstGeom prst="rect">
            <a:avLst/>
          </a:prstGeom>
          <a:solidFill>
            <a:srgbClr val="18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Brand AI-Readiness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515600" cy="10972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9D6E6"/>
                </a:solidFill>
                <a:latin typeface="Calibri"/>
              </a:rPr>
              <a:t>An Agent Skill Marketplace that audits any website for AI discoverability and on-site engagement — and proves it works on sites it has never seen.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52160"/>
            <a:ext cx="105156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188A8A"/>
                </a:solidFill>
                <a:latin typeface="Calibri"/>
              </a:rPr>
              <a:t>Recommend-only · read-only · deterministic · &lt; 5 min · generalizes by construction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ROUND 3 — AGENT SKILL MARKETPLACE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Point an agent at ANY website; audit it and emit one findings-plus-fixes report.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Cover both halves of the problem: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AI discoverability — why AI assistants don't find or cite the brand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On-site engagement — why visitors who arrive don't stay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Recommend-only, read-only, deterministic, &lt; 5 min, no site changes.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Graded on the skill's LOGIC and on GENERALIZATION — no example sites are given.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MECHANISM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Why it's really two problems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An AI assistant only cites a page it can: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reach (crawler let in) → read (no JS wall) → pick a clean fact → trust it (entity + corroboration)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 visitor only stays on a page that loads fast and orients them quickly.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Two distinct failure surfaces → the marketplace is split along the real mechanism chain.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Every finding is tagged discoverability / engagement /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we built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One entrypoint skill orchestrating five focused sub-skills over a single shared, read-only crawl.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Hybrid: deterministic scripts do the mechanical signals; the AI agent does the judgment + fixes.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Shared common/ spine: fetch + optional render, robots, finding contract, report assembly.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31 checks across the two halves, each with explicit false-positive guards.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Each sub-skill is a valid agentskills.io skill (SKILL.md + scripts/ + references/) and runs on its own.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marketplace.json names exactly one entrypoint; self-contained (1.8 MB, no model weights).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SEPARATION OF CONCERNS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five sub-skills (+ one entrypoint)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8321040"/>
              </a:tblGrid>
              <a:tr h="4572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Skill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The question it answers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website-ai-audit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Entrypoint: shared crawl → runs the 5 sub-skills → merges one schema-valid report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crawler-access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Can an AI citation crawler get in? robots per-bot, WAF/UA, indexability, sitemap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machine-readability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Once in, can a non-rendering crawler read it? JS render gap, latency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fact-extractability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Can a machine pick out the fact? JSON-LD, semantic HTML, facts-in-images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entity-trust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Is the fact trusted + attributed right? Organization anchor, sameAs, freshness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onsite-engagement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Why don't visitors stay? speed, a11y, interstitials, mixed content, readability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8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EXECUTION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Hybrid: deterministic signals + agent judgment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Agent Skills are run BY an AI agent — so we split the work by what each side is best at.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Scripts own the mechanical, measurable signals (robots, render gap, JSON-LD, headers, contrast).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Reproducible, no LLM — this is the layer whose precision we measure.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The agent owns judgment: answer-readiness, entity clarity, value-prop — and site-specific fixes.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It reasons over an evidence pack the scripts emit; compose.py merges both into one report.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Runs headless too (scripts alone = full report, no LLM/gateway); the agent layer is additive.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HOW IT RUNS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One polite, read-only pass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Deterministic scope: homepage + a sorted, capped sample of internal/sitemap URLs.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One shared fetch (and optional render) per page; sub-skills read the cache — never re-fetch.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robots.txt honored; GET/HEAD only; no auth; nothing written to the site.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Playwright render when available; otherwise a static SPA heuristic — it never crashes.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Byte-identical output across runs (timestamp injectable); ~0.03 s per fixture audit.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OUTPUT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What a finding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id · title · severity (critical/high/medium/low)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evidence — concrete, with numbers + prevalence: "0/12 product pages carry schema.org markup"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category · half · the mechanism it addresses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suggested_action — fix summary, a fix-first priority (distinct from severity), effort, confidence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Report adds counts-by-severity, a discoverability/engagement split, and an honest limitations block.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Validated against a bundled JSON Schema before emit; counts computed, never hand-kept.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SAFETY &amp; HYGIENE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Built-in guarantees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Read-only &amp; recommend-only — never modifies the audited site.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Deterministic — fixed sampling, sorted output, bucketed thresholds.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Fast &amp; bounded — one shared pass, page cap, per-check timeouts, well under 5 min.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Portable &amp; small — pure-Python core, 1.8 MB, no model weights; browser/OCR optional.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Conservative — every check has FP guards; blocked/unreadable pages never yield 'content missing'.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Testing honestly: the bias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If the same author writes the detector, the tests, AND the grader, the tests prove nothing.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Our first fixtures — whose authors had seen the checks — reported a flawless 0% false-positive rate.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That number was meaningless. So we rebuilt testing around a strict information barrier.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Principle: no single model both creates the ground truth and judges against 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The information barrier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2743200"/>
                <a:gridCol w="1737360"/>
              </a:tblGrid>
              <a:tr h="4572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Who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Sees the detector?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System under test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the auditor (deterministic Python)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it IS the detector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code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Test-set author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blind red-team generators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no — walled off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Sonnet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Grader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blind adjudicators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no — judge on merits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Opus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Tie-breakers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prosecutor / defender / referee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Sonnet / Opus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Step 1 — a ground-truth dataset, kept blind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An independent red team authored realistic sites: SaaS SPA, restaurant, e-commerce, news,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corporate brand, personal blog, government page, and deliberately-clean controls.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For each site it sealed its OWN ground truth: every real problem (severity + mechanism),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plus what's FINE and the legitimate TRAPS that must NOT be flagged.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The authors never saw how the auditor detects anything → trustworthy, unbiased labels.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MEASURE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Step 2 — the first honest measurement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Ran the deterministic auditor over the blind sites.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Independent judges inspected each site themselves and scored every finding TP vs FP.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 prosecutor/defender/referee debate settled every contested finding.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Verdict: precision 0.576 — 49 true positives against 36 false positives.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The biased fixtures had hidden all 36.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ROOT CAUSES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Step 3 — what the judges + debate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Flagging 'plain HTTP' when the site's own canonical/sitemap declare HTTPS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Over-claiming 'render-blocking/heavy' on tiny pages (only real factor: no gzip)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Penalizing a legitimate off-domain canonical (staging/CDN)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Treating ClaudeBot / Meta-ExternalAgent (training crawlers) as citation bots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Rejecting a valid ProfilePage/Person author page; missing nested publisher Organization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Auditing robots.txt as a page; emitting noise for a missing llms.txt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C87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FIX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Step 4 — fix generalizably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Two fix cycles corrected the LOGIC, not the symptoms.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Each fixer was told the general bug + mechanism — and forbidden from special-casing any site.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Result on the round-1 set: 28 false positives removed, zero real regressions.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White-box regression stayed perfect (26/26, 0 FP); harnesses green.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88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THE JOURNEY — HELD-OUT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Step 5 — proof it generalizes</a:t>
            </a:r>
          </a:p>
        </p:txBody>
      </p:sp>
      <p:pic>
        <p:nvPicPr>
          <p:cNvPr id="6" name="Picture 5" descr="before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417320"/>
            <a:ext cx="9144000" cy="387447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989320"/>
            <a:ext cx="1088136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188A8A"/>
                </a:solidFill>
                <a:latin typeface="Calibri"/>
              </a:rPr>
              <a:t>Held-out sites were generated AFTER and blind to every fix → generalization, not overfitting.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Results against the rubric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371600"/>
          <a:ext cx="11064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6858000"/>
              </a:tblGrid>
              <a:tr h="457200"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Rubric criterion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50">
                          <a:solidFill>
                            <a:srgbClr val="FFFFFF"/>
                          </a:solidFill>
                          <a:latin typeface="Calibri"/>
                        </a:rPr>
                        <a:t>How we meet it</a:t>
                      </a:r>
                    </a:p>
                  </a:txBody>
                  <a:tcPr marL="76200" marR="76200">
                    <a:solidFill>
                      <a:srgbClr val="1F5C9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Detection accuracy / few FPs / both halves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0.86 precision on UNSEEN sites (blind eval), per-half coverage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Suggested-action quality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mechanism + fix-first priority + effort + confidence per finding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Output design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one schema-validated JSON report + readable Markdown view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Skill / marketplace hygiene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6 valid skills, exactly 1 entrypoint, deterministic, safe</a:t>
                      </a:r>
                    </a:p>
                  </a:txBody>
                  <a:tcPr marL="76200" marR="76200" marT="38100" marB="3810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2E59"/>
                          </a:solidFill>
                          <a:latin typeface="Calibri"/>
                        </a:rPr>
                        <a:t>Generalization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222A33"/>
                          </a:solidFill>
                          <a:latin typeface="Calibri"/>
                        </a:rPr>
                        <a:t>headline number comes from held-out sites made after the fixes</a:t>
                      </a:r>
                    </a:p>
                  </a:txBody>
                  <a:tcPr marL="76200" marR="76200" marT="38100" marB="38100"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1F5C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"/>
            <a:ext cx="1097280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188A8A"/>
                </a:solidFill>
                <a:latin typeface="Calibri"/>
              </a:rPr>
              <a:t>HONEST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700" b="1">
                <a:solidFill>
                  <a:srgbClr val="FFFFFF"/>
                </a:solidFill>
                <a:latin typeface="Calibri"/>
              </a:rPr>
              <a:t>Limitations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Recall is the open axis — 28 lower-severity misses on the held-out set (meta descriptions,</a:t>
            </a:r>
          </a:p>
          <a:p>
            <a:pPr algn="l" lvl="1">
              <a:spcAft>
                <a:spcPts val="900"/>
              </a:spcAft>
            </a:pPr>
            <a:r>
              <a:rPr sz="1500" b="0">
                <a:solidFill>
                  <a:srgbClr val="5A636E"/>
                </a:solidFill>
                <a:latin typeface="Calibri"/>
              </a:rPr>
              <a:t>– dark-bg contrast, dead CTAs, per-page social cards). Same blind loop applies next.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Live network is out of scope in the sandbox → field suite runs via offline snapshots (reproducible).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A few checks are network-dependent (sameAs, broken links) and are labeled as such.</a:t>
            </a:r>
          </a:p>
          <a:p>
            <a:pPr algn="l">
              <a:spcAft>
                <a:spcPts val="900"/>
              </a:spcAft>
            </a:pPr>
            <a:r>
              <a:rPr sz="1800" b="0">
                <a:solidFill>
                  <a:srgbClr val="222A33"/>
                </a:solidFill>
                <a:latin typeface="Calibri"/>
              </a:rPr>
              <a:t>• Next: recall pass, real-site snapshot capture, and a live demo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E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10515600" cy="9144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Precision 0.58 → 0.86 on unseen sites,</a:t>
            </a:r>
          </a:p>
          <a:p>
            <a:pPr algn="l">
              <a:spcAft>
                <a:spcPts val="600"/>
              </a:spcAft>
            </a:pPr>
            <a:r>
              <a:rPr sz="3200" b="1">
                <a:solidFill>
                  <a:srgbClr val="188A8A"/>
                </a:solidFill>
                <a:latin typeface="Calibri"/>
              </a:rPr>
              <a:t>measured by a test harness that never grades itself.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2801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6"/>
                </a:solidFill>
                <a:latin typeface="Calibri"/>
              </a:rPr>
              <a:t>6 agentskills.io-valid skills · 31 checks · one schema-valid report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C9D6E6"/>
                </a:solidFill>
                <a:latin typeface="Calibri"/>
              </a:rPr>
              <a:t>Blind red-team dataset + independent adjudication + debate → generalizable fixes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